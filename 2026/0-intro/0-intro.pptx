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## [oj @ oj.cpl.icu; oj @ public.oj.cpl.icu](https://public.oj.cpl.icu/)
![w:650](figs/oj-0-intro.png) ![w:450](figs/qrcode-public-oj.png)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![bg 40%](figs/soft-skills-1.png)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 id = "small-caps"&gt;0. &amp;nbsp; Introducing C++&lt;/p&gt;</dc:title>
  <dc:subject>PptxGenJS Presentation</dc:subject>
  <dc:creator>Created by Marp</dc:creator>
  <cp:lastModifiedBy>Created by Marp</cp:lastModifiedBy>
  <cp:revision>1</cp:revision>
  <dcterms:created xsi:type="dcterms:W3CDTF">2026-09-14T04:33:06Z</dcterms:created>
  <dcterms:modified xsi:type="dcterms:W3CDTF">2026-09-14T04:33:06Z</dcterms:modified>
</cp:coreProperties>
</file>