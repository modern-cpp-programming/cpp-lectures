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
# Min of Two
&lt;br&gt;
Given two &lt;font color = red size = 8&gt;double&lt;/font&gt;s $a$ and $b$, to compute their minimum.
&lt;br&gt;
$\mathit{min} = \min\{a, b\}$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 id = "small-caps"&gt;2. &amp;nbsp; If $\ldots$&lt;/p&gt;</dc:title>
  <dc:subject>PptxGenJS Presentation</dc:subject>
  <dc:creator>Created by Marp</dc:creator>
  <cp:lastModifiedBy>Created by Marp</cp:lastModifiedBy>
  <cp:revision>1</cp:revision>
  <dcterms:created xsi:type="dcterms:W3CDTF">2026-09-20T02:52:12Z</dcterms:created>
  <dcterms:modified xsi:type="dcterms:W3CDTF">2026-09-20T02:52:12Z</dcterms:modified>
</cp:coreProperties>
</file>