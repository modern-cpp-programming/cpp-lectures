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
# mol
&lt;font size = "7"&gt;$6$ 克氧气的分子数是多少?&lt;/font&gt;
&lt;br&gt;
$Q = 6 / 32 \times 6.02 \times 10^{23}$
&lt;br&gt;
使用&lt;mark&gt;科学计数法&lt;/mark&gt;表示, 保留 &lt;mark&gt;$5$ 位有效数字&lt;/mark&gt;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 id = "small-caps"&gt;1. &amp;nbsp; Variables, Types, I/O&lt;/p&gt;</dc:title>
  <dc:subject>PptxGenJS Presentation</dc:subject>
  <dc:creator>Created by Marp</dc:creator>
  <cp:lastModifiedBy>Created by Marp</cp:lastModifiedBy>
  <cp:revision>1</cp:revision>
  <dcterms:created xsi:type="dcterms:W3CDTF">2026-09-16T14:21:47Z</dcterms:created>
  <dcterms:modified xsi:type="dcterms:W3CDTF">2026-09-16T14:21:47Z</dcterms:modified>
</cp:coreProperties>
</file>